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9" autoAdjust="0"/>
    <p:restoredTop sz="94660"/>
  </p:normalViewPr>
  <p:slideViewPr>
    <p:cSldViewPr snapToGrid="0">
      <p:cViewPr varScale="1">
        <p:scale>
          <a:sx n="69" d="100"/>
          <a:sy n="69" d="100"/>
        </p:scale>
        <p:origin x="76" y="1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as Petersen" userId="52f7930bab5a8e33" providerId="LiveId" clId="{FD37D67D-5463-40DB-B038-74BA7BA9C4CE}"/>
    <pc:docChg chg="custSel modSld">
      <pc:chgData name="Nicholas Petersen" userId="52f7930bab5a8e33" providerId="LiveId" clId="{FD37D67D-5463-40DB-B038-74BA7BA9C4CE}" dt="2024-02-25T02:31:47.727" v="6" actId="26606"/>
      <pc:docMkLst>
        <pc:docMk/>
      </pc:docMkLst>
      <pc:sldChg chg="addSp modSp mod setBg">
        <pc:chgData name="Nicholas Petersen" userId="52f7930bab5a8e33" providerId="LiveId" clId="{FD37D67D-5463-40DB-B038-74BA7BA9C4CE}" dt="2024-02-25T02:31:47.727" v="6" actId="26606"/>
        <pc:sldMkLst>
          <pc:docMk/>
          <pc:sldMk cId="2149909537" sldId="257"/>
        </pc:sldMkLst>
        <pc:spChg chg="mod ord">
          <ac:chgData name="Nicholas Petersen" userId="52f7930bab5a8e33" providerId="LiveId" clId="{FD37D67D-5463-40DB-B038-74BA7BA9C4CE}" dt="2024-02-25T02:31:47.727" v="6" actId="26606"/>
          <ac:spMkLst>
            <pc:docMk/>
            <pc:sldMk cId="2149909537" sldId="257"/>
            <ac:spMk id="2" creationId="{C69F1A51-194C-8345-4036-575325EB10B3}"/>
          </ac:spMkLst>
        </pc:spChg>
        <pc:spChg chg="mod">
          <ac:chgData name="Nicholas Petersen" userId="52f7930bab5a8e33" providerId="LiveId" clId="{FD37D67D-5463-40DB-B038-74BA7BA9C4CE}" dt="2024-02-25T02:31:47.727" v="6" actId="26606"/>
          <ac:spMkLst>
            <pc:docMk/>
            <pc:sldMk cId="2149909537" sldId="257"/>
            <ac:spMk id="4" creationId="{E064A64B-760A-5290-72B7-F40A45BA6DDA}"/>
          </ac:spMkLst>
        </pc:spChg>
        <pc:spChg chg="add">
          <ac:chgData name="Nicholas Petersen" userId="52f7930bab5a8e33" providerId="LiveId" clId="{FD37D67D-5463-40DB-B038-74BA7BA9C4CE}" dt="2024-02-25T02:31:47.727" v="6" actId="26606"/>
          <ac:spMkLst>
            <pc:docMk/>
            <pc:sldMk cId="2149909537" sldId="257"/>
            <ac:spMk id="11" creationId="{9AA72BD9-2C5A-4EDC-931F-5AA08EACA0F3}"/>
          </ac:spMkLst>
        </pc:spChg>
        <pc:spChg chg="add">
          <ac:chgData name="Nicholas Petersen" userId="52f7930bab5a8e33" providerId="LiveId" clId="{FD37D67D-5463-40DB-B038-74BA7BA9C4CE}" dt="2024-02-25T02:31:47.727" v="6" actId="26606"/>
          <ac:spMkLst>
            <pc:docMk/>
            <pc:sldMk cId="2149909537" sldId="257"/>
            <ac:spMk id="13" creationId="{DD3981AC-7B61-4947-BCF3-F7AA7FA385B9}"/>
          </ac:spMkLst>
        </pc:spChg>
        <pc:spChg chg="add">
          <ac:chgData name="Nicholas Petersen" userId="52f7930bab5a8e33" providerId="LiveId" clId="{FD37D67D-5463-40DB-B038-74BA7BA9C4CE}" dt="2024-02-25T02:31:47.727" v="6" actId="26606"/>
          <ac:spMkLst>
            <pc:docMk/>
            <pc:sldMk cId="2149909537" sldId="257"/>
            <ac:spMk id="15" creationId="{55D4142C-5077-457F-A6AD-3FECFDB39685}"/>
          </ac:spMkLst>
        </pc:spChg>
        <pc:spChg chg="add">
          <ac:chgData name="Nicholas Petersen" userId="52f7930bab5a8e33" providerId="LiveId" clId="{FD37D67D-5463-40DB-B038-74BA7BA9C4CE}" dt="2024-02-25T02:31:47.727" v="6" actId="26606"/>
          <ac:spMkLst>
            <pc:docMk/>
            <pc:sldMk cId="2149909537" sldId="257"/>
            <ac:spMk id="17" creationId="{7A5F0580-5EE9-419F-96EE-B6529EF6E7D0}"/>
          </ac:spMkLst>
        </pc:spChg>
        <pc:picChg chg="mod">
          <ac:chgData name="Nicholas Petersen" userId="52f7930bab5a8e33" providerId="LiveId" clId="{FD37D67D-5463-40DB-B038-74BA7BA9C4CE}" dt="2024-02-25T02:31:47.727" v="6" actId="26606"/>
          <ac:picMkLst>
            <pc:docMk/>
            <pc:sldMk cId="2149909537" sldId="257"/>
            <ac:picMk id="6" creationId="{273EEE88-53B5-1283-D772-CE1B60563912}"/>
          </ac:picMkLst>
        </pc:picChg>
      </pc:sldChg>
      <pc:sldChg chg="addSp modSp mod setBg">
        <pc:chgData name="Nicholas Petersen" userId="52f7930bab5a8e33" providerId="LiveId" clId="{FD37D67D-5463-40DB-B038-74BA7BA9C4CE}" dt="2024-02-25T02:31:44.474" v="5" actId="26606"/>
        <pc:sldMkLst>
          <pc:docMk/>
          <pc:sldMk cId="1059639996" sldId="258"/>
        </pc:sldMkLst>
        <pc:spChg chg="mod ord">
          <ac:chgData name="Nicholas Petersen" userId="52f7930bab5a8e33" providerId="LiveId" clId="{FD37D67D-5463-40DB-B038-74BA7BA9C4CE}" dt="2024-02-25T02:31:44.474" v="5" actId="26606"/>
          <ac:spMkLst>
            <pc:docMk/>
            <pc:sldMk cId="1059639996" sldId="258"/>
            <ac:spMk id="2" creationId="{91F16834-D895-4C65-2EFC-CF07930DE8E7}"/>
          </ac:spMkLst>
        </pc:spChg>
        <pc:spChg chg="mod">
          <ac:chgData name="Nicholas Petersen" userId="52f7930bab5a8e33" providerId="LiveId" clId="{FD37D67D-5463-40DB-B038-74BA7BA9C4CE}" dt="2024-02-25T02:31:44.474" v="5" actId="26606"/>
          <ac:spMkLst>
            <pc:docMk/>
            <pc:sldMk cId="1059639996" sldId="258"/>
            <ac:spMk id="4" creationId="{27C732B9-DC37-2544-3089-50F05E2E1629}"/>
          </ac:spMkLst>
        </pc:spChg>
        <pc:spChg chg="add">
          <ac:chgData name="Nicholas Petersen" userId="52f7930bab5a8e33" providerId="LiveId" clId="{FD37D67D-5463-40DB-B038-74BA7BA9C4CE}" dt="2024-02-25T02:31:44.474" v="5" actId="26606"/>
          <ac:spMkLst>
            <pc:docMk/>
            <pc:sldMk cId="1059639996" sldId="258"/>
            <ac:spMk id="11" creationId="{9AA72BD9-2C5A-4EDC-931F-5AA08EACA0F3}"/>
          </ac:spMkLst>
        </pc:spChg>
        <pc:spChg chg="add">
          <ac:chgData name="Nicholas Petersen" userId="52f7930bab5a8e33" providerId="LiveId" clId="{FD37D67D-5463-40DB-B038-74BA7BA9C4CE}" dt="2024-02-25T02:31:44.474" v="5" actId="26606"/>
          <ac:spMkLst>
            <pc:docMk/>
            <pc:sldMk cId="1059639996" sldId="258"/>
            <ac:spMk id="13" creationId="{DD3981AC-7B61-4947-BCF3-F7AA7FA385B9}"/>
          </ac:spMkLst>
        </pc:spChg>
        <pc:spChg chg="add">
          <ac:chgData name="Nicholas Petersen" userId="52f7930bab5a8e33" providerId="LiveId" clId="{FD37D67D-5463-40DB-B038-74BA7BA9C4CE}" dt="2024-02-25T02:31:44.474" v="5" actId="26606"/>
          <ac:spMkLst>
            <pc:docMk/>
            <pc:sldMk cId="1059639996" sldId="258"/>
            <ac:spMk id="15" creationId="{55D4142C-5077-457F-A6AD-3FECFDB39685}"/>
          </ac:spMkLst>
        </pc:spChg>
        <pc:spChg chg="add">
          <ac:chgData name="Nicholas Petersen" userId="52f7930bab5a8e33" providerId="LiveId" clId="{FD37D67D-5463-40DB-B038-74BA7BA9C4CE}" dt="2024-02-25T02:31:44.474" v="5" actId="26606"/>
          <ac:spMkLst>
            <pc:docMk/>
            <pc:sldMk cId="1059639996" sldId="258"/>
            <ac:spMk id="17" creationId="{7A5F0580-5EE9-419F-96EE-B6529EF6E7D0}"/>
          </ac:spMkLst>
        </pc:spChg>
        <pc:picChg chg="mod">
          <ac:chgData name="Nicholas Petersen" userId="52f7930bab5a8e33" providerId="LiveId" clId="{FD37D67D-5463-40DB-B038-74BA7BA9C4CE}" dt="2024-02-25T02:31:44.474" v="5" actId="26606"/>
          <ac:picMkLst>
            <pc:docMk/>
            <pc:sldMk cId="1059639996" sldId="258"/>
            <ac:picMk id="6" creationId="{A17BD10F-68DA-349E-65FA-26D4D061961A}"/>
          </ac:picMkLst>
        </pc:picChg>
      </pc:sldChg>
      <pc:sldChg chg="addSp modSp mod setBg">
        <pc:chgData name="Nicholas Petersen" userId="52f7930bab5a8e33" providerId="LiveId" clId="{FD37D67D-5463-40DB-B038-74BA7BA9C4CE}" dt="2024-02-25T02:31:40.285" v="4" actId="26606"/>
        <pc:sldMkLst>
          <pc:docMk/>
          <pc:sldMk cId="271559277" sldId="259"/>
        </pc:sldMkLst>
        <pc:spChg chg="mod ord">
          <ac:chgData name="Nicholas Petersen" userId="52f7930bab5a8e33" providerId="LiveId" clId="{FD37D67D-5463-40DB-B038-74BA7BA9C4CE}" dt="2024-02-25T02:31:40.285" v="4" actId="26606"/>
          <ac:spMkLst>
            <pc:docMk/>
            <pc:sldMk cId="271559277" sldId="259"/>
            <ac:spMk id="2" creationId="{D37800BE-BE28-4E8F-D13C-DB584D80F40F}"/>
          </ac:spMkLst>
        </pc:spChg>
        <pc:spChg chg="mod">
          <ac:chgData name="Nicholas Petersen" userId="52f7930bab5a8e33" providerId="LiveId" clId="{FD37D67D-5463-40DB-B038-74BA7BA9C4CE}" dt="2024-02-25T02:31:40.285" v="4" actId="26606"/>
          <ac:spMkLst>
            <pc:docMk/>
            <pc:sldMk cId="271559277" sldId="259"/>
            <ac:spMk id="4" creationId="{D35A531D-9EAE-6BDA-5765-BA585E9B1D62}"/>
          </ac:spMkLst>
        </pc:spChg>
        <pc:spChg chg="add">
          <ac:chgData name="Nicholas Petersen" userId="52f7930bab5a8e33" providerId="LiveId" clId="{FD37D67D-5463-40DB-B038-74BA7BA9C4CE}" dt="2024-02-25T02:31:40.285" v="4" actId="26606"/>
          <ac:spMkLst>
            <pc:docMk/>
            <pc:sldMk cId="271559277" sldId="259"/>
            <ac:spMk id="11" creationId="{9AA72BD9-2C5A-4EDC-931F-5AA08EACA0F3}"/>
          </ac:spMkLst>
        </pc:spChg>
        <pc:spChg chg="add">
          <ac:chgData name="Nicholas Petersen" userId="52f7930bab5a8e33" providerId="LiveId" clId="{FD37D67D-5463-40DB-B038-74BA7BA9C4CE}" dt="2024-02-25T02:31:40.285" v="4" actId="26606"/>
          <ac:spMkLst>
            <pc:docMk/>
            <pc:sldMk cId="271559277" sldId="259"/>
            <ac:spMk id="13" creationId="{DD3981AC-7B61-4947-BCF3-F7AA7FA385B9}"/>
          </ac:spMkLst>
        </pc:spChg>
        <pc:spChg chg="add">
          <ac:chgData name="Nicholas Petersen" userId="52f7930bab5a8e33" providerId="LiveId" clId="{FD37D67D-5463-40DB-B038-74BA7BA9C4CE}" dt="2024-02-25T02:31:40.285" v="4" actId="26606"/>
          <ac:spMkLst>
            <pc:docMk/>
            <pc:sldMk cId="271559277" sldId="259"/>
            <ac:spMk id="15" creationId="{55D4142C-5077-457F-A6AD-3FECFDB39685}"/>
          </ac:spMkLst>
        </pc:spChg>
        <pc:spChg chg="add">
          <ac:chgData name="Nicholas Petersen" userId="52f7930bab5a8e33" providerId="LiveId" clId="{FD37D67D-5463-40DB-B038-74BA7BA9C4CE}" dt="2024-02-25T02:31:40.285" v="4" actId="26606"/>
          <ac:spMkLst>
            <pc:docMk/>
            <pc:sldMk cId="271559277" sldId="259"/>
            <ac:spMk id="17" creationId="{7A5F0580-5EE9-419F-96EE-B6529EF6E7D0}"/>
          </ac:spMkLst>
        </pc:spChg>
        <pc:picChg chg="mod">
          <ac:chgData name="Nicholas Petersen" userId="52f7930bab5a8e33" providerId="LiveId" clId="{FD37D67D-5463-40DB-B038-74BA7BA9C4CE}" dt="2024-02-25T02:31:40.285" v="4" actId="26606"/>
          <ac:picMkLst>
            <pc:docMk/>
            <pc:sldMk cId="271559277" sldId="259"/>
            <ac:picMk id="6" creationId="{E3859DF0-26C9-0894-1455-076553CA1293}"/>
          </ac:picMkLst>
        </pc:picChg>
      </pc:sldChg>
      <pc:sldChg chg="addSp modSp mod setBg">
        <pc:chgData name="Nicholas Petersen" userId="52f7930bab5a8e33" providerId="LiveId" clId="{FD37D67D-5463-40DB-B038-74BA7BA9C4CE}" dt="2024-02-25T02:31:36.108" v="3" actId="26606"/>
        <pc:sldMkLst>
          <pc:docMk/>
          <pc:sldMk cId="996704490" sldId="260"/>
        </pc:sldMkLst>
        <pc:spChg chg="mod ord">
          <ac:chgData name="Nicholas Petersen" userId="52f7930bab5a8e33" providerId="LiveId" clId="{FD37D67D-5463-40DB-B038-74BA7BA9C4CE}" dt="2024-02-25T02:31:36.108" v="3" actId="26606"/>
          <ac:spMkLst>
            <pc:docMk/>
            <pc:sldMk cId="996704490" sldId="260"/>
            <ac:spMk id="2" creationId="{74F1361F-BC3C-CF0D-D159-B35FEF355509}"/>
          </ac:spMkLst>
        </pc:spChg>
        <pc:spChg chg="mod">
          <ac:chgData name="Nicholas Petersen" userId="52f7930bab5a8e33" providerId="LiveId" clId="{FD37D67D-5463-40DB-B038-74BA7BA9C4CE}" dt="2024-02-25T02:31:36.108" v="3" actId="26606"/>
          <ac:spMkLst>
            <pc:docMk/>
            <pc:sldMk cId="996704490" sldId="260"/>
            <ac:spMk id="4" creationId="{287546B3-0AB4-FD8E-83A7-A086FD9E5DBE}"/>
          </ac:spMkLst>
        </pc:spChg>
        <pc:spChg chg="add">
          <ac:chgData name="Nicholas Petersen" userId="52f7930bab5a8e33" providerId="LiveId" clId="{FD37D67D-5463-40DB-B038-74BA7BA9C4CE}" dt="2024-02-25T02:31:36.108" v="3" actId="26606"/>
          <ac:spMkLst>
            <pc:docMk/>
            <pc:sldMk cId="996704490" sldId="260"/>
            <ac:spMk id="11" creationId="{9AA72BD9-2C5A-4EDC-931F-5AA08EACA0F3}"/>
          </ac:spMkLst>
        </pc:spChg>
        <pc:spChg chg="add">
          <ac:chgData name="Nicholas Petersen" userId="52f7930bab5a8e33" providerId="LiveId" clId="{FD37D67D-5463-40DB-B038-74BA7BA9C4CE}" dt="2024-02-25T02:31:36.108" v="3" actId="26606"/>
          <ac:spMkLst>
            <pc:docMk/>
            <pc:sldMk cId="996704490" sldId="260"/>
            <ac:spMk id="13" creationId="{DD3981AC-7B61-4947-BCF3-F7AA7FA385B9}"/>
          </ac:spMkLst>
        </pc:spChg>
        <pc:spChg chg="add">
          <ac:chgData name="Nicholas Petersen" userId="52f7930bab5a8e33" providerId="LiveId" clId="{FD37D67D-5463-40DB-B038-74BA7BA9C4CE}" dt="2024-02-25T02:31:36.108" v="3" actId="26606"/>
          <ac:spMkLst>
            <pc:docMk/>
            <pc:sldMk cId="996704490" sldId="260"/>
            <ac:spMk id="15" creationId="{55D4142C-5077-457F-A6AD-3FECFDB39685}"/>
          </ac:spMkLst>
        </pc:spChg>
        <pc:spChg chg="add">
          <ac:chgData name="Nicholas Petersen" userId="52f7930bab5a8e33" providerId="LiveId" clId="{FD37D67D-5463-40DB-B038-74BA7BA9C4CE}" dt="2024-02-25T02:31:36.108" v="3" actId="26606"/>
          <ac:spMkLst>
            <pc:docMk/>
            <pc:sldMk cId="996704490" sldId="260"/>
            <ac:spMk id="17" creationId="{7A5F0580-5EE9-419F-96EE-B6529EF6E7D0}"/>
          </ac:spMkLst>
        </pc:spChg>
        <pc:picChg chg="mod">
          <ac:chgData name="Nicholas Petersen" userId="52f7930bab5a8e33" providerId="LiveId" clId="{FD37D67D-5463-40DB-B038-74BA7BA9C4CE}" dt="2024-02-25T02:31:36.108" v="3" actId="26606"/>
          <ac:picMkLst>
            <pc:docMk/>
            <pc:sldMk cId="996704490" sldId="260"/>
            <ac:picMk id="6" creationId="{E85703E6-D0B7-255E-020B-136234623BD1}"/>
          </ac:picMkLst>
        </pc:picChg>
      </pc:sldChg>
      <pc:sldChg chg="addSp modSp mod setBg">
        <pc:chgData name="Nicholas Petersen" userId="52f7930bab5a8e33" providerId="LiveId" clId="{FD37D67D-5463-40DB-B038-74BA7BA9C4CE}" dt="2024-02-25T02:31:31.295" v="2" actId="26606"/>
        <pc:sldMkLst>
          <pc:docMk/>
          <pc:sldMk cId="1890628116" sldId="261"/>
        </pc:sldMkLst>
        <pc:spChg chg="mod ord">
          <ac:chgData name="Nicholas Petersen" userId="52f7930bab5a8e33" providerId="LiveId" clId="{FD37D67D-5463-40DB-B038-74BA7BA9C4CE}" dt="2024-02-25T02:31:31.295" v="2" actId="26606"/>
          <ac:spMkLst>
            <pc:docMk/>
            <pc:sldMk cId="1890628116" sldId="261"/>
            <ac:spMk id="2" creationId="{BA3C93F4-24E7-1F21-C02B-35D0E64EFA60}"/>
          </ac:spMkLst>
        </pc:spChg>
        <pc:spChg chg="mod">
          <ac:chgData name="Nicholas Petersen" userId="52f7930bab5a8e33" providerId="LiveId" clId="{FD37D67D-5463-40DB-B038-74BA7BA9C4CE}" dt="2024-02-25T02:31:31.295" v="2" actId="26606"/>
          <ac:spMkLst>
            <pc:docMk/>
            <pc:sldMk cId="1890628116" sldId="261"/>
            <ac:spMk id="4" creationId="{9003A457-2F78-A850-DB15-ABEDEC4CFEFB}"/>
          </ac:spMkLst>
        </pc:spChg>
        <pc:spChg chg="add">
          <ac:chgData name="Nicholas Petersen" userId="52f7930bab5a8e33" providerId="LiveId" clId="{FD37D67D-5463-40DB-B038-74BA7BA9C4CE}" dt="2024-02-25T02:31:31.295" v="2" actId="26606"/>
          <ac:spMkLst>
            <pc:docMk/>
            <pc:sldMk cId="1890628116" sldId="261"/>
            <ac:spMk id="11" creationId="{9AA72BD9-2C5A-4EDC-931F-5AA08EACA0F3}"/>
          </ac:spMkLst>
        </pc:spChg>
        <pc:spChg chg="add">
          <ac:chgData name="Nicholas Petersen" userId="52f7930bab5a8e33" providerId="LiveId" clId="{FD37D67D-5463-40DB-B038-74BA7BA9C4CE}" dt="2024-02-25T02:31:31.295" v="2" actId="26606"/>
          <ac:spMkLst>
            <pc:docMk/>
            <pc:sldMk cId="1890628116" sldId="261"/>
            <ac:spMk id="13" creationId="{DD3981AC-7B61-4947-BCF3-F7AA7FA385B9}"/>
          </ac:spMkLst>
        </pc:spChg>
        <pc:spChg chg="add">
          <ac:chgData name="Nicholas Petersen" userId="52f7930bab5a8e33" providerId="LiveId" clId="{FD37D67D-5463-40DB-B038-74BA7BA9C4CE}" dt="2024-02-25T02:31:31.295" v="2" actId="26606"/>
          <ac:spMkLst>
            <pc:docMk/>
            <pc:sldMk cId="1890628116" sldId="261"/>
            <ac:spMk id="15" creationId="{55D4142C-5077-457F-A6AD-3FECFDB39685}"/>
          </ac:spMkLst>
        </pc:spChg>
        <pc:spChg chg="add">
          <ac:chgData name="Nicholas Petersen" userId="52f7930bab5a8e33" providerId="LiveId" clId="{FD37D67D-5463-40DB-B038-74BA7BA9C4CE}" dt="2024-02-25T02:31:31.295" v="2" actId="26606"/>
          <ac:spMkLst>
            <pc:docMk/>
            <pc:sldMk cId="1890628116" sldId="261"/>
            <ac:spMk id="17" creationId="{7A5F0580-5EE9-419F-96EE-B6529EF6E7D0}"/>
          </ac:spMkLst>
        </pc:spChg>
        <pc:picChg chg="mod">
          <ac:chgData name="Nicholas Petersen" userId="52f7930bab5a8e33" providerId="LiveId" clId="{FD37D67D-5463-40DB-B038-74BA7BA9C4CE}" dt="2024-02-25T02:31:31.295" v="2" actId="26606"/>
          <ac:picMkLst>
            <pc:docMk/>
            <pc:sldMk cId="1890628116" sldId="261"/>
            <ac:picMk id="6" creationId="{15921A30-54DD-A1AD-9F61-1B8655183C0A}"/>
          </ac:picMkLst>
        </pc:picChg>
      </pc:sldChg>
      <pc:sldChg chg="addSp modSp mod setBg">
        <pc:chgData name="Nicholas Petersen" userId="52f7930bab5a8e33" providerId="LiveId" clId="{FD37D67D-5463-40DB-B038-74BA7BA9C4CE}" dt="2024-02-25T02:31:25.461" v="1" actId="26606"/>
        <pc:sldMkLst>
          <pc:docMk/>
          <pc:sldMk cId="1832821953" sldId="262"/>
        </pc:sldMkLst>
        <pc:spChg chg="mod ord">
          <ac:chgData name="Nicholas Petersen" userId="52f7930bab5a8e33" providerId="LiveId" clId="{FD37D67D-5463-40DB-B038-74BA7BA9C4CE}" dt="2024-02-25T02:31:25.461" v="1" actId="26606"/>
          <ac:spMkLst>
            <pc:docMk/>
            <pc:sldMk cId="1832821953" sldId="262"/>
            <ac:spMk id="2" creationId="{EC1B1DE6-D4FC-A0AF-3726-3B8D743599D6}"/>
          </ac:spMkLst>
        </pc:spChg>
        <pc:spChg chg="mod">
          <ac:chgData name="Nicholas Petersen" userId="52f7930bab5a8e33" providerId="LiveId" clId="{FD37D67D-5463-40DB-B038-74BA7BA9C4CE}" dt="2024-02-25T02:31:25.461" v="1" actId="26606"/>
          <ac:spMkLst>
            <pc:docMk/>
            <pc:sldMk cId="1832821953" sldId="262"/>
            <ac:spMk id="4" creationId="{81E6874E-0EF6-327E-E81F-7649DE8CA140}"/>
          </ac:spMkLst>
        </pc:spChg>
        <pc:spChg chg="add">
          <ac:chgData name="Nicholas Petersen" userId="52f7930bab5a8e33" providerId="LiveId" clId="{FD37D67D-5463-40DB-B038-74BA7BA9C4CE}" dt="2024-02-25T02:31:25.461" v="1" actId="26606"/>
          <ac:spMkLst>
            <pc:docMk/>
            <pc:sldMk cId="1832821953" sldId="262"/>
            <ac:spMk id="11" creationId="{9AA72BD9-2C5A-4EDC-931F-5AA08EACA0F3}"/>
          </ac:spMkLst>
        </pc:spChg>
        <pc:spChg chg="add">
          <ac:chgData name="Nicholas Petersen" userId="52f7930bab5a8e33" providerId="LiveId" clId="{FD37D67D-5463-40DB-B038-74BA7BA9C4CE}" dt="2024-02-25T02:31:25.461" v="1" actId="26606"/>
          <ac:spMkLst>
            <pc:docMk/>
            <pc:sldMk cId="1832821953" sldId="262"/>
            <ac:spMk id="13" creationId="{DD3981AC-7B61-4947-BCF3-F7AA7FA385B9}"/>
          </ac:spMkLst>
        </pc:spChg>
        <pc:spChg chg="add">
          <ac:chgData name="Nicholas Petersen" userId="52f7930bab5a8e33" providerId="LiveId" clId="{FD37D67D-5463-40DB-B038-74BA7BA9C4CE}" dt="2024-02-25T02:31:25.461" v="1" actId="26606"/>
          <ac:spMkLst>
            <pc:docMk/>
            <pc:sldMk cId="1832821953" sldId="262"/>
            <ac:spMk id="15" creationId="{55D4142C-5077-457F-A6AD-3FECFDB39685}"/>
          </ac:spMkLst>
        </pc:spChg>
        <pc:spChg chg="add">
          <ac:chgData name="Nicholas Petersen" userId="52f7930bab5a8e33" providerId="LiveId" clId="{FD37D67D-5463-40DB-B038-74BA7BA9C4CE}" dt="2024-02-25T02:31:25.461" v="1" actId="26606"/>
          <ac:spMkLst>
            <pc:docMk/>
            <pc:sldMk cId="1832821953" sldId="262"/>
            <ac:spMk id="17" creationId="{7A5F0580-5EE9-419F-96EE-B6529EF6E7D0}"/>
          </ac:spMkLst>
        </pc:spChg>
        <pc:picChg chg="mod">
          <ac:chgData name="Nicholas Petersen" userId="52f7930bab5a8e33" providerId="LiveId" clId="{FD37D67D-5463-40DB-B038-74BA7BA9C4CE}" dt="2024-02-25T02:31:25.461" v="1" actId="26606"/>
          <ac:picMkLst>
            <pc:docMk/>
            <pc:sldMk cId="1832821953" sldId="262"/>
            <ac:picMk id="6" creationId="{8A2CAD3E-24EB-A2F3-1EB3-28DD1CE56AF7}"/>
          </ac:picMkLst>
        </pc:picChg>
      </pc:sldChg>
      <pc:sldChg chg="addSp modSp mod setBg">
        <pc:chgData name="Nicholas Petersen" userId="52f7930bab5a8e33" providerId="LiveId" clId="{FD37D67D-5463-40DB-B038-74BA7BA9C4CE}" dt="2024-02-25T02:31:19.371" v="0" actId="26606"/>
        <pc:sldMkLst>
          <pc:docMk/>
          <pc:sldMk cId="3262511996" sldId="263"/>
        </pc:sldMkLst>
        <pc:spChg chg="mod ord">
          <ac:chgData name="Nicholas Petersen" userId="52f7930bab5a8e33" providerId="LiveId" clId="{FD37D67D-5463-40DB-B038-74BA7BA9C4CE}" dt="2024-02-25T02:31:19.371" v="0" actId="26606"/>
          <ac:spMkLst>
            <pc:docMk/>
            <pc:sldMk cId="3262511996" sldId="263"/>
            <ac:spMk id="2" creationId="{42279C66-1029-0A50-1579-F998B4920A9B}"/>
          </ac:spMkLst>
        </pc:spChg>
        <pc:spChg chg="mod">
          <ac:chgData name="Nicholas Petersen" userId="52f7930bab5a8e33" providerId="LiveId" clId="{FD37D67D-5463-40DB-B038-74BA7BA9C4CE}" dt="2024-02-25T02:31:19.371" v="0" actId="26606"/>
          <ac:spMkLst>
            <pc:docMk/>
            <pc:sldMk cId="3262511996" sldId="263"/>
            <ac:spMk id="4" creationId="{4540ED98-04DC-3EAF-0742-E877C51F6A3E}"/>
          </ac:spMkLst>
        </pc:spChg>
        <pc:spChg chg="add">
          <ac:chgData name="Nicholas Petersen" userId="52f7930bab5a8e33" providerId="LiveId" clId="{FD37D67D-5463-40DB-B038-74BA7BA9C4CE}" dt="2024-02-25T02:31:19.371" v="0" actId="26606"/>
          <ac:spMkLst>
            <pc:docMk/>
            <pc:sldMk cId="3262511996" sldId="263"/>
            <ac:spMk id="11" creationId="{9AA72BD9-2C5A-4EDC-931F-5AA08EACA0F3}"/>
          </ac:spMkLst>
        </pc:spChg>
        <pc:spChg chg="add">
          <ac:chgData name="Nicholas Petersen" userId="52f7930bab5a8e33" providerId="LiveId" clId="{FD37D67D-5463-40DB-B038-74BA7BA9C4CE}" dt="2024-02-25T02:31:19.371" v="0" actId="26606"/>
          <ac:spMkLst>
            <pc:docMk/>
            <pc:sldMk cId="3262511996" sldId="263"/>
            <ac:spMk id="13" creationId="{DD3981AC-7B61-4947-BCF3-F7AA7FA385B9}"/>
          </ac:spMkLst>
        </pc:spChg>
        <pc:spChg chg="add">
          <ac:chgData name="Nicholas Petersen" userId="52f7930bab5a8e33" providerId="LiveId" clId="{FD37D67D-5463-40DB-B038-74BA7BA9C4CE}" dt="2024-02-25T02:31:19.371" v="0" actId="26606"/>
          <ac:spMkLst>
            <pc:docMk/>
            <pc:sldMk cId="3262511996" sldId="263"/>
            <ac:spMk id="15" creationId="{55D4142C-5077-457F-A6AD-3FECFDB39685}"/>
          </ac:spMkLst>
        </pc:spChg>
        <pc:spChg chg="add">
          <ac:chgData name="Nicholas Petersen" userId="52f7930bab5a8e33" providerId="LiveId" clId="{FD37D67D-5463-40DB-B038-74BA7BA9C4CE}" dt="2024-02-25T02:31:19.371" v="0" actId="26606"/>
          <ac:spMkLst>
            <pc:docMk/>
            <pc:sldMk cId="3262511996" sldId="263"/>
            <ac:spMk id="17" creationId="{7A5F0580-5EE9-419F-96EE-B6529EF6E7D0}"/>
          </ac:spMkLst>
        </pc:spChg>
        <pc:picChg chg="mod">
          <ac:chgData name="Nicholas Petersen" userId="52f7930bab5a8e33" providerId="LiveId" clId="{FD37D67D-5463-40DB-B038-74BA7BA9C4CE}" dt="2024-02-25T02:31:19.371" v="0" actId="26606"/>
          <ac:picMkLst>
            <pc:docMk/>
            <pc:sldMk cId="3262511996" sldId="263"/>
            <ac:picMk id="6" creationId="{27BFBAE4-25EA-CC9E-1830-AFE864AF57E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B0369-92A1-B84A-5AEC-2FD21F5633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13E7D9-460A-5966-37EB-B9F54BF98D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498B80-FAC2-6166-DB96-5A505CCCA775}"/>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5" name="Footer Placeholder 4">
            <a:extLst>
              <a:ext uri="{FF2B5EF4-FFF2-40B4-BE49-F238E27FC236}">
                <a16:creationId xmlns:a16="http://schemas.microsoft.com/office/drawing/2014/main" id="{D6B26F8F-0AF0-DFD5-45D4-DACCE6865C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2450E2-3E8E-7471-C201-A890A7BD9D6C}"/>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4005554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8C6C8-3D2A-A421-AF60-09B0266688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87648-68C8-7651-6BDC-FE256A8699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757F96-850B-8262-689E-07489BF5D21F}"/>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5" name="Footer Placeholder 4">
            <a:extLst>
              <a:ext uri="{FF2B5EF4-FFF2-40B4-BE49-F238E27FC236}">
                <a16:creationId xmlns:a16="http://schemas.microsoft.com/office/drawing/2014/main" id="{162A18E6-08AF-0A1B-474A-8AF0AB251D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C5891A-DE39-D2D4-FAEF-6A7D09A378A0}"/>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2706279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B8848-61DB-DBD2-835B-67F68FF3ED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EFCBC0-EC87-8A34-2212-D8DC99CC64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BD8843-7BE9-3DAF-C31E-2C2C4600D713}"/>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5" name="Footer Placeholder 4">
            <a:extLst>
              <a:ext uri="{FF2B5EF4-FFF2-40B4-BE49-F238E27FC236}">
                <a16:creationId xmlns:a16="http://schemas.microsoft.com/office/drawing/2014/main" id="{8BA84B65-5818-E92E-4883-19A8044976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2C9F9-7943-AA5A-C23F-E07A51507809}"/>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452889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D7B8E-12F0-7390-65E3-F4DF7D2AE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67BFE9-83DD-B3B8-BDFF-B74683D29C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9A98ED-EF52-FAAE-E3F0-31AFA295E3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F648D9-5A72-D2C6-DB07-B9C508252F6E}"/>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6" name="Footer Placeholder 5">
            <a:extLst>
              <a:ext uri="{FF2B5EF4-FFF2-40B4-BE49-F238E27FC236}">
                <a16:creationId xmlns:a16="http://schemas.microsoft.com/office/drawing/2014/main" id="{1C478B8E-2076-0170-4D00-BC03AC30DE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97456B-17E0-B3F8-E860-F4F65E98E239}"/>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3960793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2639-193B-1EE1-7728-DBE149388B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CE5154-7C66-6532-3298-C8FD4CB9B5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376D19-2D71-155D-8558-401C5F75A9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A549F2-3E34-2461-0933-156672B7D8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8EB73F-8981-57C0-A1CA-1BD2EDB7B0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54FF9D-07A7-8CFF-F507-EBDA63D24423}"/>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8" name="Footer Placeholder 7">
            <a:extLst>
              <a:ext uri="{FF2B5EF4-FFF2-40B4-BE49-F238E27FC236}">
                <a16:creationId xmlns:a16="http://schemas.microsoft.com/office/drawing/2014/main" id="{5E735E83-2390-860A-E1A8-CDC514B771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70276B-E7C6-755C-6C45-41017ECCB15C}"/>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1799878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3C5C1-65BB-D55D-CC25-C5336EDA39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748DE8-6104-46D0-936B-ABB8D7B8511B}"/>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4" name="Footer Placeholder 3">
            <a:extLst>
              <a:ext uri="{FF2B5EF4-FFF2-40B4-BE49-F238E27FC236}">
                <a16:creationId xmlns:a16="http://schemas.microsoft.com/office/drawing/2014/main" id="{39C85A34-910B-B7BB-F265-B972C09932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9C82AD-29FA-4181-9668-049B576B2DF4}"/>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2552220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72B6B4-43B8-8663-D5F7-C0E15966782B}"/>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3" name="Footer Placeholder 2">
            <a:extLst>
              <a:ext uri="{FF2B5EF4-FFF2-40B4-BE49-F238E27FC236}">
                <a16:creationId xmlns:a16="http://schemas.microsoft.com/office/drawing/2014/main" id="{B2C977F0-6B5F-0D50-0EB3-CEADF6E9FE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053E0C-A505-6B05-10E9-8A320258DB50}"/>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2260865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33F11-31B2-2C2C-3E0F-44B7677D01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3CF87F-4D3E-424C-9ED0-97FB81F21F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5AE326-B311-5435-40F3-1010398250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73F74B-018F-8223-2D89-60BE8CAEF414}"/>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6" name="Footer Placeholder 5">
            <a:extLst>
              <a:ext uri="{FF2B5EF4-FFF2-40B4-BE49-F238E27FC236}">
                <a16:creationId xmlns:a16="http://schemas.microsoft.com/office/drawing/2014/main" id="{28BC416E-27DD-8C2B-1C03-331BA8F4A2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BAC939-9C54-2EC9-B8A1-6063ADB35E01}"/>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1954612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88980-CA31-CF5C-C0AE-6F6A5D5C99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0E9B9B-FDEC-C7E6-0E90-5A89485179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CE5E41-C2CA-6CBB-91DC-0E16F3C3DF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10CC4C-6378-AFC2-E176-BD8614BD9C60}"/>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6" name="Footer Placeholder 5">
            <a:extLst>
              <a:ext uri="{FF2B5EF4-FFF2-40B4-BE49-F238E27FC236}">
                <a16:creationId xmlns:a16="http://schemas.microsoft.com/office/drawing/2014/main" id="{36B0B39C-E8EE-3FC1-5E0E-DC725596C4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9E8F05-784B-B683-3456-2F768E5D4F0D}"/>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1471505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9E1C3-A53A-C9E6-F4C9-8B5AE3E91C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59CA2D-4351-B2F1-335B-86ED49831C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3AE50B-977C-5D9D-587B-6ED704A2BDD7}"/>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5" name="Footer Placeholder 4">
            <a:extLst>
              <a:ext uri="{FF2B5EF4-FFF2-40B4-BE49-F238E27FC236}">
                <a16:creationId xmlns:a16="http://schemas.microsoft.com/office/drawing/2014/main" id="{46631557-CA92-C25A-B70C-A21754ACAE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B8E7-5E80-74B0-4EF5-70DAA73ECA2B}"/>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1727356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FC7E87-D216-9AA3-5458-828D253C7C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526BAA-E5F3-DD47-676C-0364FA1A6C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C30579-9AD9-A6B5-FDAA-8C7C5A040A67}"/>
              </a:ext>
            </a:extLst>
          </p:cNvPr>
          <p:cNvSpPr>
            <a:spLocks noGrp="1"/>
          </p:cNvSpPr>
          <p:nvPr>
            <p:ph type="dt" sz="half" idx="10"/>
          </p:nvPr>
        </p:nvSpPr>
        <p:spPr/>
        <p:txBody>
          <a:bodyPr/>
          <a:lstStyle/>
          <a:p>
            <a:fld id="{A13BAAED-3404-4ECC-A443-2486C1878E73}" type="datetimeFigureOut">
              <a:rPr lang="en-US" smtClean="0"/>
              <a:t>2/24/2024</a:t>
            </a:fld>
            <a:endParaRPr lang="en-US"/>
          </a:p>
        </p:txBody>
      </p:sp>
      <p:sp>
        <p:nvSpPr>
          <p:cNvPr id="5" name="Footer Placeholder 4">
            <a:extLst>
              <a:ext uri="{FF2B5EF4-FFF2-40B4-BE49-F238E27FC236}">
                <a16:creationId xmlns:a16="http://schemas.microsoft.com/office/drawing/2014/main" id="{230A3E41-5215-E1CE-7A22-14DDF4351A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11C428-1690-EBD2-10E8-F02F6E58EFCD}"/>
              </a:ext>
            </a:extLst>
          </p:cNvPr>
          <p:cNvSpPr>
            <a:spLocks noGrp="1"/>
          </p:cNvSpPr>
          <p:nvPr>
            <p:ph type="sldNum" sz="quarter" idx="12"/>
          </p:nvPr>
        </p:nvSpPr>
        <p:spPr/>
        <p:txBody>
          <a:bodyPr/>
          <a:lstStyle/>
          <a:p>
            <a:fld id="{EB63DA52-000F-4DE5-86C6-5D0133B6709F}" type="slidenum">
              <a:rPr lang="en-US" smtClean="0"/>
              <a:t>‹#›</a:t>
            </a:fld>
            <a:endParaRPr lang="en-US"/>
          </a:p>
        </p:txBody>
      </p:sp>
    </p:spTree>
    <p:extLst>
      <p:ext uri="{BB962C8B-B14F-4D97-AF65-F5344CB8AC3E}">
        <p14:creationId xmlns:p14="http://schemas.microsoft.com/office/powerpoint/2010/main" val="2890026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B657C3-8187-0CAF-5627-FC7BE19E90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0EA11A-DF37-C712-6999-E2BACF65F9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0BDAF5-57D5-583D-D09A-FAB450505C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3BAAED-3404-4ECC-A443-2486C1878E73}" type="datetimeFigureOut">
              <a:rPr lang="en-US" smtClean="0"/>
              <a:t>2/24/2024</a:t>
            </a:fld>
            <a:endParaRPr lang="en-US"/>
          </a:p>
        </p:txBody>
      </p:sp>
      <p:sp>
        <p:nvSpPr>
          <p:cNvPr id="5" name="Footer Placeholder 4">
            <a:extLst>
              <a:ext uri="{FF2B5EF4-FFF2-40B4-BE49-F238E27FC236}">
                <a16:creationId xmlns:a16="http://schemas.microsoft.com/office/drawing/2014/main" id="{F766E608-22FC-5F6E-CFB1-B50D65AB7D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A5DFEF4-87E8-63E3-2C1D-3A0DFF0510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3DA52-000F-4DE5-86C6-5D0133B6709F}" type="slidenum">
              <a:rPr lang="en-US" smtClean="0"/>
              <a:t>‹#›</a:t>
            </a:fld>
            <a:endParaRPr lang="en-US"/>
          </a:p>
        </p:txBody>
      </p:sp>
    </p:spTree>
    <p:extLst>
      <p:ext uri="{BB962C8B-B14F-4D97-AF65-F5344CB8AC3E}">
        <p14:creationId xmlns:p14="http://schemas.microsoft.com/office/powerpoint/2010/main" val="516699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A person in a suit with his hands up&#10;&#10;Description automatically generated">
            <a:extLst>
              <a:ext uri="{FF2B5EF4-FFF2-40B4-BE49-F238E27FC236}">
                <a16:creationId xmlns:a16="http://schemas.microsoft.com/office/drawing/2014/main" id="{273EEE88-53B5-1283-D772-CE1B60563912}"/>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9043" r="26313" b="9091"/>
          <a:stretch/>
        </p:blipFill>
        <p:spPr>
          <a:xfrm>
            <a:off x="3522468" y="10"/>
            <a:ext cx="8669532" cy="6857990"/>
          </a:xfrm>
          <a:prstGeom prst="rect">
            <a:avLst/>
          </a:prstGeom>
        </p:spPr>
      </p:pic>
      <p:sp>
        <p:nvSpPr>
          <p:cNvPr id="13" name="Rectangle 12">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69F1A51-194C-8345-4036-575325EB10B3}"/>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800">
                <a:solidFill>
                  <a:schemeClr val="bg1"/>
                </a:solidFill>
              </a:rPr>
              <a:t>Tim Berners-Lee</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E064A64B-760A-5290-72B7-F40A45BA6DDA}"/>
              </a:ext>
            </a:extLst>
          </p:cNvPr>
          <p:cNvSpPr>
            <a:spLocks noGrp="1"/>
          </p:cNvSpPr>
          <p:nvPr>
            <p:ph type="body" sz="half" idx="2"/>
          </p:nvPr>
        </p:nvSpPr>
        <p:spPr>
          <a:xfrm>
            <a:off x="371094" y="2718054"/>
            <a:ext cx="3438906" cy="3207258"/>
          </a:xfrm>
        </p:spPr>
        <p:txBody>
          <a:bodyPr vert="horz" lIns="91440" tIns="45720" rIns="91440" bIns="45720" rtlCol="0" anchor="t">
            <a:normAutofit/>
          </a:bodyPr>
          <a:lstStyle/>
          <a:p>
            <a:pPr indent="-228600">
              <a:buFont typeface="Arial" panose="020B0604020202020204" pitchFamily="34" charset="0"/>
              <a:buChar char="•"/>
            </a:pPr>
            <a:r>
              <a:rPr lang="en-US" sz="1700">
                <a:solidFill>
                  <a:schemeClr val="bg1"/>
                </a:solidFill>
              </a:rPr>
              <a:t>The Creator of HTML and essentially the World Wide Web as we know it! He also created the first web browser and the HTTP protocol we use to pull web pages today. He is the founder and chair of the World Wide Web Consortium that oversees the continued improvement of the web.</a:t>
            </a:r>
          </a:p>
        </p:txBody>
      </p:sp>
    </p:spTree>
    <p:extLst>
      <p:ext uri="{BB962C8B-B14F-4D97-AF65-F5344CB8AC3E}">
        <p14:creationId xmlns:p14="http://schemas.microsoft.com/office/powerpoint/2010/main" val="214990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A person wearing glasses and a black shirt&#10;&#10;Description automatically generated">
            <a:extLst>
              <a:ext uri="{FF2B5EF4-FFF2-40B4-BE49-F238E27FC236}">
                <a16:creationId xmlns:a16="http://schemas.microsoft.com/office/drawing/2014/main" id="{A17BD10F-68DA-349E-65FA-26D4D061961A}"/>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6416" t="9091" r="29515" b="1"/>
          <a:stretch/>
        </p:blipFill>
        <p:spPr>
          <a:xfrm>
            <a:off x="3522468" y="10"/>
            <a:ext cx="8669532" cy="6857990"/>
          </a:xfrm>
          <a:prstGeom prst="rect">
            <a:avLst/>
          </a:prstGeom>
        </p:spPr>
      </p:pic>
      <p:sp>
        <p:nvSpPr>
          <p:cNvPr id="13" name="Rectangle 12">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1F16834-D895-4C65-2EFC-CF07930DE8E7}"/>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800">
                <a:solidFill>
                  <a:schemeClr val="bg1"/>
                </a:solidFill>
              </a:rPr>
              <a:t>Håkon</a:t>
            </a:r>
            <a:r>
              <a:rPr lang="en-US" sz="2800" b="0" i="0">
                <a:solidFill>
                  <a:schemeClr val="bg1"/>
                </a:solidFill>
                <a:effectLst/>
              </a:rPr>
              <a:t> </a:t>
            </a:r>
            <a:r>
              <a:rPr lang="en-US" sz="2800">
                <a:solidFill>
                  <a:schemeClr val="bg1"/>
                </a:solidFill>
              </a:rPr>
              <a:t>Wium</a:t>
            </a:r>
            <a:r>
              <a:rPr lang="en-US" sz="2800" b="0" i="0">
                <a:solidFill>
                  <a:schemeClr val="bg1"/>
                </a:solidFill>
                <a:effectLst/>
              </a:rPr>
              <a:t> Lie</a:t>
            </a:r>
            <a:endParaRPr lang="en-US" sz="2800">
              <a:solidFill>
                <a:schemeClr val="bg1"/>
              </a:solidFill>
            </a:endParaRP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27C732B9-DC37-2544-3089-50F05E2E1629}"/>
              </a:ext>
            </a:extLst>
          </p:cNvPr>
          <p:cNvSpPr>
            <a:spLocks noGrp="1"/>
          </p:cNvSpPr>
          <p:nvPr>
            <p:ph type="body" sz="half" idx="2"/>
          </p:nvPr>
        </p:nvSpPr>
        <p:spPr>
          <a:xfrm>
            <a:off x="371094" y="2718054"/>
            <a:ext cx="3438906" cy="3207258"/>
          </a:xfrm>
        </p:spPr>
        <p:txBody>
          <a:bodyPr vert="horz" lIns="91440" tIns="45720" rIns="91440" bIns="45720" rtlCol="0" anchor="t">
            <a:normAutofit/>
          </a:bodyPr>
          <a:lstStyle/>
          <a:p>
            <a:pPr indent="-228600">
              <a:buFont typeface="Arial" panose="020B0604020202020204" pitchFamily="34" charset="0"/>
              <a:buChar char="•"/>
            </a:pPr>
            <a:r>
              <a:rPr lang="en-US" sz="1700">
                <a:solidFill>
                  <a:schemeClr val="bg1"/>
                </a:solidFill>
              </a:rPr>
              <a:t>The creator of CSS! Originally integrated into the Arena web browser, this was the first occurrence of CSS. Created Acid benchmark tests to score web browsers’ support for common web standards.</a:t>
            </a:r>
          </a:p>
        </p:txBody>
      </p:sp>
    </p:spTree>
    <p:extLst>
      <p:ext uri="{BB962C8B-B14F-4D97-AF65-F5344CB8AC3E}">
        <p14:creationId xmlns:p14="http://schemas.microsoft.com/office/powerpoint/2010/main" val="1059639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a:extLst>
              <a:ext uri="{FF2B5EF4-FFF2-40B4-BE49-F238E27FC236}">
                <a16:creationId xmlns:a16="http://schemas.microsoft.com/office/drawing/2014/main" id="{E3859DF0-26C9-0894-1455-076553CA1293}"/>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2168" r="23188" b="9091"/>
          <a:stretch/>
        </p:blipFill>
        <p:spPr>
          <a:xfrm>
            <a:off x="3522468" y="10"/>
            <a:ext cx="8669532" cy="6857990"/>
          </a:xfrm>
          <a:prstGeom prst="rect">
            <a:avLst/>
          </a:prstGeom>
        </p:spPr>
      </p:pic>
      <p:sp>
        <p:nvSpPr>
          <p:cNvPr id="13" name="Rectangle 12">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7800BE-BE28-4E8F-D13C-DB584D80F40F}"/>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800">
                <a:solidFill>
                  <a:schemeClr val="bg1"/>
                </a:solidFill>
              </a:rPr>
              <a:t>Vitaly Friedman</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D35A531D-9EAE-6BDA-5765-BA585E9B1D62}"/>
              </a:ext>
            </a:extLst>
          </p:cNvPr>
          <p:cNvSpPr>
            <a:spLocks noGrp="1"/>
          </p:cNvSpPr>
          <p:nvPr>
            <p:ph type="body" sz="half" idx="2"/>
          </p:nvPr>
        </p:nvSpPr>
        <p:spPr>
          <a:xfrm>
            <a:off x="371094" y="2718054"/>
            <a:ext cx="3438906" cy="3207258"/>
          </a:xfrm>
        </p:spPr>
        <p:txBody>
          <a:bodyPr vert="horz" lIns="91440" tIns="45720" rIns="91440" bIns="45720" rtlCol="0" anchor="t">
            <a:normAutofit/>
          </a:bodyPr>
          <a:lstStyle/>
          <a:p>
            <a:pPr indent="-228600">
              <a:buFont typeface="Arial" panose="020B0604020202020204" pitchFamily="34" charset="0"/>
              <a:buChar char="•"/>
            </a:pPr>
            <a:r>
              <a:rPr lang="en-US" sz="1700">
                <a:solidFill>
                  <a:schemeClr val="bg1"/>
                </a:solidFill>
              </a:rPr>
              <a:t>Founder of and author for Smashing Magazine, one of the largest magazines for online design. A strong supporter of function UX and design that accommodates everyone.</a:t>
            </a:r>
          </a:p>
        </p:txBody>
      </p:sp>
    </p:spTree>
    <p:extLst>
      <p:ext uri="{BB962C8B-B14F-4D97-AF65-F5344CB8AC3E}">
        <p14:creationId xmlns:p14="http://schemas.microsoft.com/office/powerpoint/2010/main" val="271559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person standing in front of a blue screen&#10;&#10;Description automatically generated">
            <a:extLst>
              <a:ext uri="{FF2B5EF4-FFF2-40B4-BE49-F238E27FC236}">
                <a16:creationId xmlns:a16="http://schemas.microsoft.com/office/drawing/2014/main" id="{E85703E6-D0B7-255E-020B-136234623BD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2399" r="10891" b="9091"/>
          <a:stretch/>
        </p:blipFill>
        <p:spPr>
          <a:xfrm>
            <a:off x="3522468" y="10"/>
            <a:ext cx="8669532" cy="6857990"/>
          </a:xfrm>
          <a:prstGeom prst="rect">
            <a:avLst/>
          </a:prstGeom>
        </p:spPr>
      </p:pic>
      <p:sp>
        <p:nvSpPr>
          <p:cNvPr id="13" name="Rectangle 12">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4F1361F-BC3C-CF0D-D159-B35FEF355509}"/>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800">
                <a:solidFill>
                  <a:schemeClr val="bg1"/>
                </a:solidFill>
              </a:rPr>
              <a:t>John Resig</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287546B3-0AB4-FD8E-83A7-A086FD9E5DBE}"/>
              </a:ext>
            </a:extLst>
          </p:cNvPr>
          <p:cNvSpPr>
            <a:spLocks noGrp="1"/>
          </p:cNvSpPr>
          <p:nvPr>
            <p:ph type="body" sz="half" idx="2"/>
          </p:nvPr>
        </p:nvSpPr>
        <p:spPr>
          <a:xfrm>
            <a:off x="371094" y="2718054"/>
            <a:ext cx="3438906" cy="3207258"/>
          </a:xfrm>
        </p:spPr>
        <p:txBody>
          <a:bodyPr vert="horz" lIns="91440" tIns="45720" rIns="91440" bIns="45720" rtlCol="0" anchor="t">
            <a:normAutofit/>
          </a:bodyPr>
          <a:lstStyle/>
          <a:p>
            <a:pPr indent="-228600">
              <a:buFont typeface="Arial" panose="020B0604020202020204" pitchFamily="34" charset="0"/>
              <a:buChar char="•"/>
            </a:pPr>
            <a:r>
              <a:rPr lang="en-US" sz="1700">
                <a:solidFill>
                  <a:schemeClr val="bg1"/>
                </a:solidFill>
              </a:rPr>
              <a:t>The creator of the most popular JavaScript libraires, Jquery. He has shaped how we use JavaScript for our modern day Web. He is now the Chief Software Architect at Kahn Academy!</a:t>
            </a:r>
          </a:p>
        </p:txBody>
      </p:sp>
    </p:spTree>
    <p:extLst>
      <p:ext uri="{BB962C8B-B14F-4D97-AF65-F5344CB8AC3E}">
        <p14:creationId xmlns:p14="http://schemas.microsoft.com/office/powerpoint/2010/main" val="996704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A person with brown hair wearing a grey shirt&#10;&#10;Description automatically generated">
            <a:extLst>
              <a:ext uri="{FF2B5EF4-FFF2-40B4-BE49-F238E27FC236}">
                <a16:creationId xmlns:a16="http://schemas.microsoft.com/office/drawing/2014/main" id="{15921A30-54DD-A1AD-9F61-1B8655183C0A}"/>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r="9090" b="28086"/>
          <a:stretch/>
        </p:blipFill>
        <p:spPr>
          <a:xfrm>
            <a:off x="3522468" y="10"/>
            <a:ext cx="8669532" cy="6857990"/>
          </a:xfrm>
          <a:prstGeom prst="rect">
            <a:avLst/>
          </a:prstGeom>
        </p:spPr>
      </p:pic>
      <p:sp>
        <p:nvSpPr>
          <p:cNvPr id="13" name="Rectangle 12">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3C93F4-24E7-1F21-C02B-35D0E64EFA60}"/>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800">
                <a:solidFill>
                  <a:schemeClr val="bg1"/>
                </a:solidFill>
              </a:rPr>
              <a:t>Lea Verou</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9003A457-2F78-A850-DB15-ABEDEC4CFEFB}"/>
              </a:ext>
            </a:extLst>
          </p:cNvPr>
          <p:cNvSpPr>
            <a:spLocks noGrp="1"/>
          </p:cNvSpPr>
          <p:nvPr>
            <p:ph type="body" sz="half" idx="2"/>
          </p:nvPr>
        </p:nvSpPr>
        <p:spPr>
          <a:xfrm>
            <a:off x="371094" y="2718054"/>
            <a:ext cx="3438906" cy="3207258"/>
          </a:xfrm>
        </p:spPr>
        <p:txBody>
          <a:bodyPr vert="horz" lIns="91440" tIns="45720" rIns="91440" bIns="45720" rtlCol="0" anchor="t">
            <a:normAutofit/>
          </a:bodyPr>
          <a:lstStyle/>
          <a:p>
            <a:pPr indent="-228600">
              <a:buFont typeface="Arial" panose="020B0604020202020204" pitchFamily="34" charset="0"/>
              <a:buChar char="•"/>
            </a:pPr>
            <a:r>
              <a:rPr lang="en-US" sz="1700">
                <a:solidFill>
                  <a:schemeClr val="bg1"/>
                </a:solidFill>
              </a:rPr>
              <a:t>One of the few W3C Technical Architect Group members responsible for reviewing proposals for new technology that would change the way we use the Web, as well as an expert for the W3C CSS Working Group.</a:t>
            </a:r>
          </a:p>
        </p:txBody>
      </p:sp>
    </p:spTree>
    <p:extLst>
      <p:ext uri="{BB962C8B-B14F-4D97-AF65-F5344CB8AC3E}">
        <p14:creationId xmlns:p14="http://schemas.microsoft.com/office/powerpoint/2010/main" val="1890628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A person wearing a headset and glasses&#10;&#10;Description automatically generated">
            <a:extLst>
              <a:ext uri="{FF2B5EF4-FFF2-40B4-BE49-F238E27FC236}">
                <a16:creationId xmlns:a16="http://schemas.microsoft.com/office/drawing/2014/main" id="{8A2CAD3E-24EB-A2F3-1EB3-28DD1CE56AF7}"/>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398" r="22178" b="9091"/>
          <a:stretch/>
        </p:blipFill>
        <p:spPr>
          <a:xfrm>
            <a:off x="3522468" y="10"/>
            <a:ext cx="8669532" cy="6857990"/>
          </a:xfrm>
          <a:prstGeom prst="rect">
            <a:avLst/>
          </a:prstGeom>
        </p:spPr>
      </p:pic>
      <p:sp>
        <p:nvSpPr>
          <p:cNvPr id="13" name="Rectangle 12">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1B1DE6-D4FC-A0AF-3726-3B8D743599D6}"/>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800">
                <a:solidFill>
                  <a:schemeClr val="bg1"/>
                </a:solidFill>
              </a:rPr>
              <a:t>Ethan Marcotte</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81E6874E-0EF6-327E-E81F-7649DE8CA140}"/>
              </a:ext>
            </a:extLst>
          </p:cNvPr>
          <p:cNvSpPr>
            <a:spLocks noGrp="1"/>
          </p:cNvSpPr>
          <p:nvPr>
            <p:ph type="body" sz="half" idx="2"/>
          </p:nvPr>
        </p:nvSpPr>
        <p:spPr>
          <a:xfrm>
            <a:off x="371094" y="2718054"/>
            <a:ext cx="3438906" cy="3207258"/>
          </a:xfrm>
        </p:spPr>
        <p:txBody>
          <a:bodyPr vert="horz" lIns="91440" tIns="45720" rIns="91440" bIns="45720" rtlCol="0" anchor="t">
            <a:normAutofit/>
          </a:bodyPr>
          <a:lstStyle/>
          <a:p>
            <a:pPr indent="-228600">
              <a:buFont typeface="Arial" panose="020B0604020202020204" pitchFamily="34" charset="0"/>
              <a:buChar char="•"/>
            </a:pPr>
            <a:r>
              <a:rPr lang="en-US" sz="1700">
                <a:solidFill>
                  <a:schemeClr val="bg1"/>
                </a:solidFill>
              </a:rPr>
              <a:t>The father of responsive design! He has written books on responsive design principles and has done work for several well known companies with a focus on performance and accessibility for everyone.</a:t>
            </a:r>
          </a:p>
        </p:txBody>
      </p:sp>
    </p:spTree>
    <p:extLst>
      <p:ext uri="{BB962C8B-B14F-4D97-AF65-F5344CB8AC3E}">
        <p14:creationId xmlns:p14="http://schemas.microsoft.com/office/powerpoint/2010/main" val="1832821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A person wearing glasses and a suit&#10;&#10;Description automatically generated">
            <a:extLst>
              <a:ext uri="{FF2B5EF4-FFF2-40B4-BE49-F238E27FC236}">
                <a16:creationId xmlns:a16="http://schemas.microsoft.com/office/drawing/2014/main" id="{27BFBAE4-25EA-CC9E-1830-AFE864AF57E3}"/>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t="10957" r="9090" b="17130"/>
          <a:stretch/>
        </p:blipFill>
        <p:spPr>
          <a:xfrm>
            <a:off x="3522468" y="10"/>
            <a:ext cx="8669532" cy="6857990"/>
          </a:xfrm>
          <a:prstGeom prst="rect">
            <a:avLst/>
          </a:prstGeom>
        </p:spPr>
      </p:pic>
      <p:sp>
        <p:nvSpPr>
          <p:cNvPr id="13" name="Rectangle 12">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2279C66-1029-0A50-1579-F998B4920A9B}"/>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800">
                <a:solidFill>
                  <a:schemeClr val="bg1"/>
                </a:solidFill>
              </a:rPr>
              <a:t>Brendan Eich</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4540ED98-04DC-3EAF-0742-E877C51F6A3E}"/>
              </a:ext>
            </a:extLst>
          </p:cNvPr>
          <p:cNvSpPr>
            <a:spLocks noGrp="1"/>
          </p:cNvSpPr>
          <p:nvPr>
            <p:ph type="body" sz="half" idx="2"/>
          </p:nvPr>
        </p:nvSpPr>
        <p:spPr>
          <a:xfrm>
            <a:off x="371094" y="2718054"/>
            <a:ext cx="3438906" cy="3207258"/>
          </a:xfrm>
        </p:spPr>
        <p:txBody>
          <a:bodyPr vert="horz" lIns="91440" tIns="45720" rIns="91440" bIns="45720" rtlCol="0" anchor="t">
            <a:normAutofit/>
          </a:bodyPr>
          <a:lstStyle/>
          <a:p>
            <a:pPr indent="-228600">
              <a:buFont typeface="Arial" panose="020B0604020202020204" pitchFamily="34" charset="0"/>
              <a:buChar char="•"/>
            </a:pPr>
            <a:r>
              <a:rPr lang="en-US" sz="1700">
                <a:solidFill>
                  <a:schemeClr val="bg1"/>
                </a:solidFill>
              </a:rPr>
              <a:t>The creator of the JavaScript language and cofounder of Mozilla! Most recently he is the founder of Brave Software, which is responsible for the newer Brave browser.</a:t>
            </a:r>
          </a:p>
        </p:txBody>
      </p:sp>
    </p:spTree>
    <p:extLst>
      <p:ext uri="{BB962C8B-B14F-4D97-AF65-F5344CB8AC3E}">
        <p14:creationId xmlns:p14="http://schemas.microsoft.com/office/powerpoint/2010/main" val="3262511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271</Words>
  <Application>Microsoft Office PowerPoint</Application>
  <PresentationFormat>Widescreen</PresentationFormat>
  <Paragraphs>14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Tim Berners-Lee</vt:lpstr>
      <vt:lpstr>Håkon Wium Lie</vt:lpstr>
      <vt:lpstr>Vitaly Friedman</vt:lpstr>
      <vt:lpstr>John Resig</vt:lpstr>
      <vt:lpstr>Lea Verou</vt:lpstr>
      <vt:lpstr>Ethan Marcotte</vt:lpstr>
      <vt:lpstr>Brendan Eich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 Berners-Lee</dc:title>
  <dc:creator>Nicholas Petersen</dc:creator>
  <cp:lastModifiedBy>Nicholas Petersen</cp:lastModifiedBy>
  <cp:revision>1</cp:revision>
  <dcterms:created xsi:type="dcterms:W3CDTF">2024-02-25T01:46:26Z</dcterms:created>
  <dcterms:modified xsi:type="dcterms:W3CDTF">2024-02-25T02:31:50Z</dcterms:modified>
</cp:coreProperties>
</file>